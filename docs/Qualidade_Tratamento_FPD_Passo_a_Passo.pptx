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Tratamento FPD —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0EA5E9"/>
                </a:solidFill>
                <a:latin typeface="Calibri"/>
              </a:rPr>
              <a:t>Passo a passo operacional no Record PAP
O que é manual · o que é automático · WhatsApp oficial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 que é o Tratamento FPD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Módulo Qualidade · fila de atrasados / em aberto / pagas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332"/>
                </a:solidFill>
                <a:latin typeface="Calibri"/>
              </a:rPr>
              <a:t>• Acompanhar a 1ª fatura (FPD) e faturas seguintes (SPD/TPD) após a instalação.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332"/>
                </a:solidFill>
                <a:latin typeface="Calibri"/>
              </a:rPr>
              <a:t>• Cobrar clientes em atraso com WhatsApp oficial (templates Meta) ou e-mail.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332"/>
                </a:solidFill>
                <a:latin typeface="Calibri"/>
              </a:rPr>
              <a:t>• Registrar status de tratamento, promessa de pagamento, PIX/barras e ligações.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332"/>
                </a:solidFill>
                <a:latin typeface="Calibri"/>
              </a:rPr>
              <a:t>• Conferir o que a planilha da operadora confirma versus o que o time informou.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332"/>
                </a:solidFill>
                <a:latin typeface="Calibri"/>
              </a:rPr>
              <a:t>• Histórico de contatos: envios, ligações e respostas do cliente (botões/texto).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Jornada do processo (visão geral)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Da planilha FPD até a cobrança e o retorno do cliente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20574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87451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2332"/>
                </a:solidFill>
                <a:latin typeface="Calibri"/>
              </a:rPr>
              <a:t>Importar FPD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B7D"/>
                </a:solidFill>
                <a:latin typeface="Calibri"/>
              </a:rPr>
              <a:t>Planilha da operadora
preenche status/venc.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74720" y="20574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80360"/>
            <a:ext cx="187451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2332"/>
                </a:solidFill>
                <a:latin typeface="Calibri"/>
              </a:rPr>
              <a:t>Fila Tratamento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38328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B7D"/>
                </a:solidFill>
                <a:latin typeface="Calibri"/>
              </a:rPr>
              <a:t>Atrasados / aberto
/ pagas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82880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06440" y="20574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21488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880360"/>
            <a:ext cx="187451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2332"/>
                </a:solidFill>
                <a:latin typeface="Calibri"/>
              </a:rPr>
              <a:t>Completar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38328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B7D"/>
                </a:solidFill>
                <a:latin typeface="Calibri"/>
              </a:rPr>
              <a:t>Valor, PIX, barras
via Nio ou manual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82880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38160" y="20574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1488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80360"/>
            <a:ext cx="187451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2332"/>
                </a:solidFill>
                <a:latin typeface="Calibri"/>
              </a:rPr>
              <a:t>Contatar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38328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B7D"/>
                </a:solidFill>
                <a:latin typeface="Calibri"/>
              </a:rPr>
              <a:t>WhatsApp · e-mail
· ligação Sonax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59" y="182880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9879" y="20574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79" y="2148840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880360"/>
            <a:ext cx="187451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1A2332"/>
                </a:solidFill>
                <a:latin typeface="Calibri"/>
              </a:rPr>
              <a:t>Registrar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38328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B7D"/>
                </a:solidFill>
                <a:latin typeface="Calibri"/>
              </a:rPr>
              <a:t>Status trat. + hist.
+ resposta cliente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Passo 1 — Importar a planilha FPD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Central de Importações / fluxo FPD·SPD·TPD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O que a importação faz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Lê NR_ORDEM e casa com a venda/contrato no CRM.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Atualiza faturas 1/2/3 (FPD/SPD/TPD).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Preenche/atualiza status, vencimento e campos espelho no contrato.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Marca O.S. sem CRM em “Faltam no CRM”.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Se o BO já marcou pago no tratamento: confirma ou marca divergente.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A5E9"/>
                </a:solidFill>
                <a:latin typeface="Calibri"/>
              </a:rPr>
              <a:t>Dica operacional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Sem importação recente a fila fica desalinhada da operadora.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Valor da fatura nem sempre vem completo na planilha — confira na Nio.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Órfãos / sem CPF bloqueiam cobrança WhatsApp.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Passo 2 — Abrir a fila de Tratamento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Qualidade → aba Tratamento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Escolha o mês (vencimento da 1ª fatura) e a lente “Venc. 1ª / Instalação”.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Filas: ATRASADOS · EM ABERTO · PAGAS · TOTAL.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Filtros: atraso (dias), faturas pagas, status de tratamento, busca O.S./cliente/CPF.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CPF aparece abaixo do nome; coluna Valor 1ª (time) ou Bônus (Diretoria/Admin).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Badges Contato: WhatsApp · e-mail · ligação · resposta — clique abre o histórico.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Passo 3 — Completar valor, vencimento e 2ª via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Sem valor válido o envio WhatsApp fica bloqueado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Automático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Importação FPD: status + vencimento da planilha.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Job 00:05: busca faturas Nio (histórico).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Buscar Nio na tela: valor, PIX, barras,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3444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97706"/>
                </a:solidFill>
                <a:latin typeface="Calibri"/>
              </a:rPr>
              <a:t>Manual na Qualidade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Abrir faturas (ícone recibo).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Editar valor, vencimento, promessa.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Colar PIX / código de barras.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Salvar faturas.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Status tratado aguarda próximo FPD.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DC2626"/>
                </a:solidFill>
                <a:latin typeface="Calibri"/>
              </a:rPr>
              <a:t>Bloqueio de envio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Valor R$ 0,00 ou vazio → não envia.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Sem vencimento → não envia.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Sem CPF / órfão → não envia.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• Corrija a fatura e tente de novo.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Passo 4 — Contatar 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WhatsApp oficial (Número B) · e-mail · ligação Sonax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WhatsApp: botão verde → confira telefone, valor e vencimento → Enviar (veja o status do botão).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Template Meta automático conforme dias: lembrete (antes), vencida, recorrente.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E-mail: roteiro de 2ª via quando houver e-mail no cadastro.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Ligar: botão telefone → escolha ramal Sonax → a ligação fica no histórico.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Tudo fica nos badges Contato; respostas do cliente (botão/texto) no modal de histórico.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Passo 5 — O que o cliente responde no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Botões do template Meta + texto livre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146304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332"/>
                </a:solidFill>
                <a:latin typeface="Calibri"/>
              </a:rPr>
              <a:t>Como o sistema reconhece o botão: o WhatsApp envia o texto do Quick Reply (ex.: QUERO A 2A VIA). O webhook normaliza e classifica esse texto.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QUERO A 2A VIA → envia roteiro com PIX/barras e grava resposta.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JA PAGUEI → pede comprovante e grava resposta.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FALAR COM SUPORTE → avisa que um especialista falará e grava resposta.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Texto livre (depois de uma cobrança nos últimos 14 dias) também é gravado.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Ver tudo: clique nos badges Contato na linha do contrato.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Cobrança automática — quando dispara?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EA5E9"/>
                </a:solidFill>
                <a:latin typeface="Calibri"/>
              </a:rPr>
              <a:t>Scheduler do site-record (America/Sao_Paulo)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Todo dia às 10:00 — job enviar_templates_cobranca_nio (se WHATSAPP_USE_NIO_TEMPLATES=true).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D−5 (5 dias antes do vencimento) → template lembrete.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D+5 (5 dias após o vencimento) → template fatura vencida.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D+12, D+19, D+26… (a cada 7 dias após D+5) → template recorrente.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Só faturas NAO_PAGO / ATRASADO / AGUARDANDO, contrato tratável, e sem WhatsApp sucesso no mesmo dia.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Limite padrão por execução: 80 envios. Envio manual na tela NÃO depende desse horário.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2960" y="164592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Preenchimento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automático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de dados — o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existe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hoje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4101" y="5303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0EA5E9"/>
                </a:solidFill>
                <a:latin typeface="Calibri"/>
              </a:rPr>
              <a:t>Valor · </a:t>
            </a:r>
            <a:r>
              <a:rPr sz="1300" b="0" dirty="0" err="1">
                <a:solidFill>
                  <a:srgbClr val="0EA5E9"/>
                </a:solidFill>
                <a:latin typeface="Calibri"/>
              </a:rPr>
              <a:t>vencimento</a:t>
            </a:r>
            <a:r>
              <a:rPr sz="1300" b="0" dirty="0">
                <a:solidFill>
                  <a:srgbClr val="0EA5E9"/>
                </a:solidFill>
                <a:latin typeface="Calibri"/>
              </a:rPr>
              <a:t> · status · PIX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61289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52729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52729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 que preenche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252729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Quando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79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2332"/>
                </a:solidFill>
                <a:latin typeface="Calibri"/>
              </a:rPr>
              <a:t>Importação FPD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79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Status, vencimento, espelho no contrato; match O.S. × 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011679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Ao importar a planilha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2332"/>
                </a:solidFill>
                <a:latin typeface="Calibri"/>
              </a:rPr>
              <a:t>Busca Nio 00:05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Varredura diária de faturas (comando automático)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78892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Todo dia 00:05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2332"/>
                </a:solidFill>
                <a:latin typeface="Calibri"/>
              </a:rPr>
              <a:t>Botão Buscar Nio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56616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Valor, PIX, barras, PDF da opção escolhida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56616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Manual na Qualidade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062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2332"/>
                </a:solidFill>
                <a:latin typeface="Calibri"/>
              </a:rPr>
              <a:t>Salvar faturas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34340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Edits manuais + status aguardando FPD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34340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Manual na Qualidade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83479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120639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2332"/>
                </a:solidFill>
                <a:latin typeface="Calibri"/>
              </a:rPr>
              <a:t>Cobrança 10:00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120639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332"/>
                </a:solidFill>
                <a:latin typeface="Calibri"/>
              </a:rPr>
              <a:t>Só dispara template se valor/venc. já válidos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120639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Automático diário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1392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2960" y="114841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Checklist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diário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do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analista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3884" y="49997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 err="1">
                <a:solidFill>
                  <a:srgbClr val="0EA5E9"/>
                </a:solidFill>
                <a:latin typeface="Calibri"/>
              </a:rPr>
              <a:t>Rotina</a:t>
            </a:r>
            <a:r>
              <a:rPr sz="1300" b="0" dirty="0">
                <a:solidFill>
                  <a:srgbClr val="0EA5E9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EA5E9"/>
                </a:solidFill>
                <a:latin typeface="Calibri"/>
              </a:rPr>
              <a:t>sugerida</a:t>
            </a:r>
            <a:r>
              <a:rPr sz="1300" b="0" dirty="0">
                <a:solidFill>
                  <a:srgbClr val="0EA5E9"/>
                </a:solidFill>
                <a:latin typeface="Calibri"/>
              </a:rPr>
              <a:t> no </a:t>
            </a:r>
            <a:r>
              <a:rPr sz="1300" b="0" dirty="0" err="1">
                <a:solidFill>
                  <a:srgbClr val="0EA5E9"/>
                </a:solidFill>
                <a:latin typeface="Calibri"/>
              </a:rPr>
              <a:t>Tratamento</a:t>
            </a:r>
            <a:endParaRPr sz="1300" b="0" dirty="0">
              <a:solidFill>
                <a:srgbClr val="0EA5E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1. Confirmar se a última planilha FPD foi importada.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2. Abrir fila ATRASADOS do mês e filtrar por faixa de atraso.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3. Em cada caso: abrir faturas → validar valor/venc./PIX (Buscar Nio se faltar).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4. Enviar WhatsApp / e-mail ou ligar; acompanhar badges Contato.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5. Atualizar Status tratamento e promessa de pagamento.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6. Revisar respostas do cliente no histórico (botão ou texto).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2332"/>
                </a:solidFill>
                <a:latin typeface="Calibri"/>
              </a:rPr>
              <a:t>• 7. No próximo FPD, conferir badges Aguard. FPD / OK FPD / Divergente.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Record PAP · Qualidade / Tratamento FPD · Uso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Pronto para operar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EA5E9"/>
                </a:solidFill>
                <a:latin typeface="Calibri"/>
              </a:rPr>
              <a:t>Automático: importação FPD · busca Nio 00:05 · templates de cobrança 10:00
Manual: completar valor/PIX, contatar, registrar status e ler respostas
Dúvidas técnicas: híbrido Z-API (equipe) + WhatsAtende B (cliente)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1305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Rogerio Pereira Pacheco</cp:lastModifiedBy>
  <cp:revision>3</cp:revision>
  <dcterms:created xsi:type="dcterms:W3CDTF">2013-01-27T09:14:16Z</dcterms:created>
  <dcterms:modified xsi:type="dcterms:W3CDTF">2026-08-04T01:14:20Z</dcterms:modified>
  <cp:category/>
</cp:coreProperties>
</file>