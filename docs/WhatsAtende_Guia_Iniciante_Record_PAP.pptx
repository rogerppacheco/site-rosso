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80160"/>
            <a:ext cx="1625074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21945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Calibri"/>
              </a:rPr>
              <a:t>WhatsAtende — Guia para iniciantes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94A3B8"/>
                </a:solidFill>
                <a:latin typeface="Calibri"/>
              </a:rPr>
              <a:t>Do primeiro login até funcionar com o site-record (bot Record PAP)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840480"/>
            <a:ext cx="2011680" cy="36576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86200"/>
            <a:ext cx="20116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Passo a passo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34640" y="3840480"/>
            <a:ext cx="2194560" cy="365760"/>
          </a:xfrm>
          <a:prstGeom prst="roundRect">
            <a:avLst>
              <a:gd name="adj" fmla="val 8000"/>
            </a:avLst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34640" y="388620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Telas do painel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12080" y="3840480"/>
            <a:ext cx="2560320" cy="36576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3886200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Integração projeto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Calibri"/>
              </a:rPr>
              <a:t>Record PAP LTDA  ·  Instância app14.whatsatende.com.br  ·  Uso interno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WhatsAtende — guia iniciante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Para que vamos usar a WhatsAtende?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Dois números, duas finalidades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73152" cy="4937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07008"/>
            <a:ext cx="5166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Número A — Bot da equipe comercial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Automações internas (comandos do bot).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Comportamento parecido com Z-API (mensagem livre).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Conexão recomendada: QR Code (WhatsApp Web).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Atenção: não é API oficial da Meta.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Risco de desconexão/bloqueio deve ficar no contrato.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No site-record: provedor WhatsAtende (quando ativo).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097280"/>
            <a:ext cx="54864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097280"/>
            <a:ext cx="73152" cy="49377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207008"/>
            <a:ext cx="5166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284C7"/>
                </a:solidFill>
                <a:latin typeface="Calibri"/>
              </a:rPr>
              <a:t>Número B — Cliente final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Pós-venda, instalação, fatura, cobrança.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Conexão recomendada: Cloud API oficial (Meta).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Fora da janela de 24h: só template aprovado.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Dentro das 24h: texto livre permitido.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WABA no Business Manager da Record.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Melhor governança e menor risco comercial.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WhatsAtende — guia iniciante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Mapa do caminho (checklist)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Siga nesta ordem — não pule etapas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05156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" y="12801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13533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128016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Calibri"/>
              </a:rPr>
              <a:t>Acessar o painel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153619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Login em app14.whatsatende.com.br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05156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492240" y="128016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5331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128016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Calibri"/>
              </a:rPr>
              <a:t>Criar a conexão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153619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Menu Conexões → Novo (QR ou Oficial)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28600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25146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5877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251460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Calibri"/>
              </a:rPr>
              <a:t>Gerar o token da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277063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Editar conexão → campo Token → copiar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09360" y="228600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492240" y="251460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258775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51460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Calibri"/>
              </a:rPr>
              <a:t>Anotar o ID da conexão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40880" y="277063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whatsappId (necessário no .env / Railway)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52044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40080" y="37490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382219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88720" y="374904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Calibri"/>
              </a:rPr>
              <a:t>Configurar webhook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400507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URL do site-record (quando o suporte confirmar)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09360" y="352044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92240" y="374904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92240" y="382219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374904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Calibri"/>
              </a:rPr>
              <a:t>Variáveis no servidor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00507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WHATSATENDE_TOKEN + WHATSATENDE_WHATSAPP_ID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75488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40080" y="498348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50566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498348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Calibri"/>
              </a:rPr>
              <a:t>Ativar no painel Record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523951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Configuração WhatsApp → provedor WhatsAtende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4754880"/>
            <a:ext cx="53949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92240" y="4983480"/>
            <a:ext cx="411480" cy="411480"/>
          </a:xfrm>
          <a:prstGeom prst="roundRect">
            <a:avLst>
              <a:gd name="adj" fmla="val 8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5056632"/>
            <a:ext cx="411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4983480"/>
            <a:ext cx="4389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A2332"/>
                </a:solidFill>
                <a:latin typeface="Calibri"/>
              </a:rPr>
              <a:t>Testar envio + recebimento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040880" y="5239512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Texto, PDF e mensagem de teste no bot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WhatsAtende — guia iniciante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Passo 1 — Entrar no painel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Tela de login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097280"/>
            <a:ext cx="5669280" cy="493776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1097280"/>
            <a:ext cx="566928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1170432"/>
            <a:ext cx="53949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WhatsAtende · 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60020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URL: https://app14.whatsatende.com.br/login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Campo Email  →  recordpap@gmail.com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Campo Senha  →  (sua senha atual)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[ Entrar ]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Após o login você cai em Atendimentos.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Menu lateral: Gerência / Administração / API.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687568"/>
            <a:ext cx="5394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7E8F9"/>
                </a:solidFill>
                <a:latin typeface="Calibri"/>
              </a:rPr>
              <a:t>Dica: troque a senha inicial assim que possível.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097280"/>
            <a:ext cx="521208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097280"/>
            <a:ext cx="73152" cy="4937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207008"/>
            <a:ext cx="4892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O que você vai ver depois do login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Atendimentos (tickets)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Contatos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Campanhas / Automações / Fluxos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API → Documentação / Teste / Logs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Conexões ← aqui começa a integração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Templates WABA (API oficial)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Configurações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Conta: RECORD PAP LTDA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Plano com External API liberada.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Até 2 conexões no plano atual.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WhatsAtende — guia iniciante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Passo 2 — Criar conexão (Número A / QR)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Menu Administração → Conexões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576072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576072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2471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Conexões · Nova conexão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1. Clique em Novo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2. Nome: ex. BOT_EQUIPE_COMERCIAL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3. Canal: WhatsApp Web (Baileys / QR)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4. Salve a conexão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5. Clique em conectar / gerar QR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6. Abra WhatsApp no celular →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   Aparelhos conectados → Vincular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7. Escaneie o QR até status Conectado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Anote o ID da conexão (whatsappId)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que aparece na edição/card.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7332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7E8F9"/>
                </a:solidFill>
                <a:latin typeface="Calibri"/>
              </a:rPr>
              <a:t>Use um chip/número dedicado ao bot interno.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051560"/>
            <a:ext cx="521208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051560"/>
            <a:ext cx="73152" cy="228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61288"/>
            <a:ext cx="48920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Calibri"/>
              </a:rPr>
              <a:t>Checklist desta tela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☐ Conexão criada com nome claro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☐ Status = Conectado (não “Aguardando”)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☐ ID da conexão copiado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☐ Celular com internet estável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3566160"/>
            <a:ext cx="521208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0" y="3566160"/>
            <a:ext cx="73152" cy="25146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3675888"/>
            <a:ext cx="489204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Calibri"/>
              </a:rPr>
              <a:t>Atenção (QR / não oficial)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Não é Cloud API da Meta.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Pode desconectar ou sofrer bloqueio.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Evite uso comercial massivo neste número.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Ideal só para bot da equipe interna.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WhatsAtende — guia iniciante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Passo 2b — Conexão oficial (Número B / cliente)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WhatsApp Oficial · Templates WABA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566928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73152" cy="5029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61288"/>
            <a:ext cx="5349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284C7"/>
                </a:solidFill>
                <a:latin typeface="Calibri"/>
              </a:rPr>
              <a:t>O que configurar (com a WhatsAtende)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1. WABA no Business Manager da Record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2. Número verificado na Meta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3. No painel: Nova conexão → WhatsApp Oficial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4. Preencher IDs (phone_number_id, waba_id, etc.)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5. Copiar webhook Meta (waba_webhook) se pedido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6. Criar templates (utilidade / marketing)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7. Aguardar aprovação Meta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Menu: Templates WABA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Exemplos: lembrete de agenda, fatura, boas-vindas.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051560"/>
            <a:ext cx="53035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51560"/>
            <a:ext cx="73152" cy="5029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61288"/>
            <a:ext cx="4983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Regra das 24 horas (simples)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Cliente falou com você → janela de 24h aberta.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Dentro das 24h: texto/mídia livre via API.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Fora das 24h: só template aprovado.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Isso é regra da Meta, não da WhatsAtende.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Para o bot interno (Número A / QR)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essa trava não funciona da mesma forma.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Por isso separamos os dois números.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WhatsAtende — guia iniciante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Passo 3 — Token da API (obrigatório)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Sem token, o site-record não envia nada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576072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576072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24712"/>
            <a:ext cx="5486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Conexões · Editar conexão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1. Abra Conexões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2. Clique em Editar na conexão do bot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3. Localize o campo Token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4. Gere / salve um token forte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5. Copie o valor (key_conexao)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Esse token vai no header: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Authorization: Bearer SEU_TOKEN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Guarde também o ID da conexão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(whatsappId) — aparece nesta tela.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733288"/>
            <a:ext cx="5486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7E8F9"/>
                </a:solidFill>
                <a:latin typeface="Calibri"/>
              </a:rPr>
              <a:t>Não compartilhe o token em print/chat público.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1051560"/>
            <a:ext cx="521208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1051560"/>
            <a:ext cx="73152" cy="5029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1161288"/>
            <a:ext cx="48920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Para onde vai no nosso projeto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No Railway (produção) ou .env local: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WHATSATENDE_API_URL=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  https://api.app14.whatsatende.com.br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WHATSATENDE_TOKEN=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  &lt;cole o token da conexão&gt;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WHATSATENDE_WHATSAPP_ID=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  &lt;cole o ID da conexão&gt;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Depois: redeploy / reinicie o serviço.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WhatsAtende — guia iniciante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Passo 4 — Testar a API no painel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Menu API → Teste API / Documentação API /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73152" cy="5029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61288"/>
            <a:ext cx="342899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Documentação API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Mostra todos os endpoints: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createConnection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startSession / getQrCode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checkStatus / disconnect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send (texto)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linkImage / linkPDF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base64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checkNumber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contacts / tickets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Use como referência oficial.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05156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51560"/>
            <a:ext cx="73152" cy="5029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161288"/>
            <a:ext cx="342899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284C7"/>
                </a:solidFill>
                <a:latin typeface="Calibri"/>
              </a:rPr>
              <a:t>Teste API (primeiro envio)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1. Cole o Token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2. Número: 55 + DDD + celular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   Ex.: 5531999999999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3. Body: Olá, teste Record PAP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4. Enviar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Se chegou no WhatsApp = token OK.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Teste também PDF/imagem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se for usar fatura/anexo.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051560"/>
            <a:ext cx="34747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051560"/>
            <a:ext cx="73152" cy="5029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161288"/>
            <a:ext cx="3154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97706"/>
                </a:solidFill>
                <a:latin typeface="Calibri"/>
              </a:rPr>
              <a:t>Logs API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Se der erro: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abra Logs API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confira status HTTP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token inválido?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número sem DDI?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conexão offline?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Anote horário e payload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para o suporte.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WhatsAtende — guia iniciante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Passo 5 — Webhook (o bot “ouvir” mensagens)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Crítico para o site-record funcionar como na Z-API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566928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73152" cy="5029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61288"/>
            <a:ext cx="53492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C2626"/>
                </a:solidFill>
                <a:latin typeface="Calibri"/>
              </a:rPr>
              <a:t>O que é e por que importa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Envio = site-record → WhatsAtende → WhatsApp.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Recebimento = WhatsApp → WhatsAtende → nosso servidor.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Sem webhook de mensagem recebida,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o bot não responde comandos (VENDER, DFV, etc.).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URL do nosso projeto: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https://www.recordpap.com.br/api/crm/webhook-whatsapp/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Confirme com o suporte: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como cadastrar a URL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payload JSON de exemplo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se precisa token/HMAC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se já está no plano app14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051560"/>
            <a:ext cx="53035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51560"/>
            <a:ext cx="73152" cy="5029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161288"/>
            <a:ext cx="49834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Status de entrega (também importante)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Webhook de status avisa: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enviada / entregue / lida / falha.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No site-record usamos isso para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saber se o WhatsApp aceitou o envio.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Enquanto o suporte não confirmar,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dá para testar só o envio (outbound).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O bot completo depende do inbound.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Código já tem normalizer preparado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para ajustar quando o payload chegar.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WhatsAtende — guia iniciante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Passo 6 — Ativar no site-record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Painel interno Record PAP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5852160" cy="5029200"/>
          </a:xfrm>
          <a:prstGeom prst="roundRect">
            <a:avLst>
              <a:gd name="adj" fmla="val 8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5852160" cy="365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124712"/>
            <a:ext cx="5577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Record PAP · Configuração WhatsApp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1554480"/>
            <a:ext cx="5486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1. Entre na área interna (Diretoria/Admin/BackOffice)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2. Abra Configuração WhatsApp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3. Confira as linhas: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   WhatsAtende: OK (conexão completa)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4. Selecione o card WhatsAtende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5. Clique em Salvar provedor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6. (Opcional) Gerar QR / ver status no painel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Enquanto as variáveis não estiverem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no Railway, o card mostra 'ausente'.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Padrão atual de produção: Z-API.</a:t>
            </a:r>
          </a:p>
          <a:p>
            <a:pPr>
              <a:spcBef>
                <a:spcPts val="300"/>
              </a:spcBef>
              <a:spcAft>
                <a:spcPts val="200"/>
              </a:spcAft>
            </a:pPr>
            <a:r>
              <a:rPr sz="1100" b="0">
                <a:solidFill>
                  <a:srgbClr val="E2E8F0"/>
                </a:solidFill>
                <a:latin typeface="Calibri"/>
              </a:rPr>
              <a:t>Só troque quando o token/ID estiverem 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733288"/>
            <a:ext cx="55778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7E8F9"/>
                </a:solidFill>
                <a:latin typeface="Calibri"/>
              </a:rPr>
              <a:t>Trocar provedor sem webhook inbound = bot mudo.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051560"/>
            <a:ext cx="512064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92240" y="1051560"/>
            <a:ext cx="73152" cy="5029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75120" y="1161288"/>
            <a:ext cx="4800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59669"/>
                </a:solidFill>
                <a:latin typeface="Calibri"/>
              </a:rPr>
              <a:t>Variáveis Railway (produção)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WHATSATENDE_API_URL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WHATSATENDE_TOKEN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WHATSATENDE_WHATSAPP_ID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Opcional: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WHATSAPP_PROVIDER=whatsatende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(ou deixe Z-API e troque só no painel)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Migration 0187 já sobe o choice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whatsatende no banco.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Código já em produção (main).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WhatsAtende — guia iniciante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Passo 7 — Teste ponta a ponta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Checklist antes de usar com a equipe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73152" cy="50292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61288"/>
            <a:ext cx="342899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1) Só envio (outbound)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☐ Conexão Conectada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☐ Token no Railway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☐ Provedor WhatsAtende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☐ Enviar texto de teste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☐ Enviar PDF/imagem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☐ checkNumber OK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Se isso passar,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a API de envio está 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051560"/>
            <a:ext cx="3749039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051560"/>
            <a:ext cx="73152" cy="50292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161288"/>
            <a:ext cx="3428999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284C7"/>
                </a:solidFill>
                <a:latin typeface="Calibri"/>
              </a:rPr>
              <a:t>2) Bot completo (inbound)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☐ Webhook configurado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☐ Mande 'oi' / comando teste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☐ site-record recebe POST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☐ Bot responde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Pendências comuns: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botões / lista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payload diferente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webhook não incluso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Aguarde respostas do suporte.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051560"/>
            <a:ext cx="3474720" cy="5029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0" y="1051560"/>
            <a:ext cx="73152" cy="5029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1161288"/>
            <a:ext cx="31546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DC2626"/>
                </a:solidFill>
                <a:latin typeface="Calibri"/>
              </a:rPr>
              <a:t>3) Não fazer ainda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✗ Migrar tudo da Z-API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✗ Usar QR para cliente final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✗ Disparo massivo no QR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✗ Expor token em prints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✗ Trocar provedor sem teste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Z-API continua plano B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até paridade confirmada.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WhatsAtende — guia iniciante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Onde clicar no menu (referência rápida)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Telas que você mais vai usar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5156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51560"/>
            <a:ext cx="7315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16128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Atendimentos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Ver conversas/tickets humanos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51960" y="105156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051560"/>
            <a:ext cx="7315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16128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Conexões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QR, status, token, ID da conexão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05156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051560"/>
            <a:ext cx="7315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16128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API → Documentação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Lista de endpoints e exemplos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69748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697480"/>
            <a:ext cx="7315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280720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API → Teste API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Enviar mensagem de prova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269748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51960" y="2697480"/>
            <a:ext cx="7315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34840" y="280720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API → Logs API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Debug de erros de integração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269748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2697480"/>
            <a:ext cx="7315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280720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Templates WABA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Templates oficiais (Número B)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434340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343400"/>
            <a:ext cx="7315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45312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Integrações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n8n / Typebot (alternativa inbound)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434340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251960" y="4343400"/>
            <a:ext cx="7315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445312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Fluxos / Automações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Chatbot interno da plataforma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4343400"/>
            <a:ext cx="370332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38160" y="4343400"/>
            <a:ext cx="73152" cy="141732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1040" y="4453128"/>
            <a:ext cx="3383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Configurações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Preferências da empresa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Calibri"/>
              </a:rPr>
              <a:t>Record PAP  ·  WhatsAtende — guia iniciante  ·  Uso interno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6565392"/>
            <a:ext cx="22860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Calibri"/>
              </a:rPr>
              <a:t>Confidencial</a:t>
            </a:r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01168"/>
            <a:ext cx="1276844" cy="502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11680" y="201168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A2332"/>
                </a:solidFill>
                <a:latin typeface="Calibri"/>
              </a:rPr>
              <a:t>Resumo em 60 segundos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566928"/>
            <a:ext cx="9601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B6B7D"/>
                </a:solidFill>
                <a:latin typeface="Calibri"/>
              </a:rPr>
              <a:t>O mínimo para lembrar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1097280"/>
            <a:ext cx="11430000" cy="49377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1097280"/>
            <a:ext cx="73152" cy="493776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207008"/>
            <a:ext cx="111099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0F766E"/>
                </a:solidFill>
                <a:latin typeface="Calibri"/>
              </a:rPr>
              <a:t>Fórmula Record PAP + WhatsAtende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1. Login em app14 → Conexões → criar número do bot (QR).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2. Gerar Token + copiar whatsappId.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3. Colocar WHATSATENDE_TOKEN e WHATSATENDE_WHATSAPP_ID no Railway.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4. Testar envio em API → Teste API.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5. Configurar webhook inbound para /api/crm/webhook-whatsapp/ (com suporte).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6. No site-record: Configuração WhatsApp → salvar provedor WhatsAtende.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7. Testar comando do bot. Se não responder, o problema quase sempre é o webhook.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8. Número do cliente final = Cloud API oficial (separado do bot interno).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/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Documentos úteis na pasta docs/: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WhatsAtende_API_Documentacao.docx</a:t>
            </a:r>
          </a:p>
          <a:p>
            <a:pPr algn="l">
              <a:spcBef>
                <a:spcPts val="300"/>
              </a:spcBef>
              <a:spcAft>
                <a:spcPts val="100"/>
              </a:spcAft>
            </a:pPr>
            <a:r>
              <a:rPr sz="1200" b="0">
                <a:solidFill>
                  <a:srgbClr val="1A2332"/>
                </a:solidFill>
                <a:latin typeface="Calibri"/>
              </a:rPr>
              <a:t>• Este PPT: WhatsAtende_Guia_Iniciante_Record_PAP.pptx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